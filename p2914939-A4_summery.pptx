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# Fashion-MNIST Classification: ANN vs CNN Analysis</a:t>
            </a:r>
            <a:br/>
            <a:br/>
            <a:r>
              <a:t>This notebook provides a comprehensive comparison of Artificial Neural Network (ANN) and Convolutional Neural Network (CNN) models for Fashion-MNIST classification.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br/>
            <a:pPr>
              <a:defRPr sz="1600"/>
            </a:pPr>
            <a:r>
              <a:t>## Contents:</a:t>
            </a:r>
            <a:br/>
            <a:r>
              <a:t>1. **Data Loading &amp; Preprocessing**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2. **Model Architecture Definitions**</a:t>
            </a:r>
            <a:br/>
            <a:r>
              <a:t>3. **ANN Training &amp; Evaluation**</a:t>
            </a:r>
            <a:br/>
            <a:r>
              <a:t>4. **ANN Confusion Matrix (Seaborn)**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5. **CNN Training &amp; Evaluation**</a:t>
            </a:r>
            <a:br/>
            <a:r>
              <a:t>6. **CNN Confusion Matrix (Seaborn)**</a:t>
            </a:r>
            <a:br/>
            <a:r>
              <a:t>7. **Performance Comparison**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br/>
            <a:pPr>
              <a:defRPr sz="1600"/>
            </a:pPr>
            <a:r>
              <a:t>## 1. Import Libraries &amp; Setup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## 2. Data Loading &amp; Preprocessing</a:t>
            </a:r>
            <a:br/>
            <a:br/>
            <a:r>
              <a:t>## 3. Model Architecture Definitions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br/>
            <a:pPr>
              <a:defRPr sz="1600"/>
            </a:pPr>
            <a:r>
              <a:t>## 4. Train ANN Model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### ANN Evaluation &amp; Predictions</a:t>
            </a:r>
            <a:br/>
            <a:br/>
            <a:r>
              <a:t>### 📊 ANN Confusion Matrix (Seaborn Visualization)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br/>
            <a:pPr>
              <a:defRPr sz="1600"/>
            </a:pPr>
            <a:r>
              <a:t>## 5. Train CNN Model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### CNN Evaluation &amp; Predictions</a:t>
            </a:r>
            <a:br/>
            <a:br/>
            <a:r>
              <a:t>### 📊 CNN Confusion Matrix (Seaborn Visualization)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