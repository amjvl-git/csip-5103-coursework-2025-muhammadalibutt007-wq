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import torch</a:t>
            </a:r>
            <a:br/>
            <a:r>
              <a:t>import torch.nn as nn</a:t>
            </a:r>
            <a:br/>
            <a:r>
              <a:t>import torch.optim as optim</a:t>
            </a:r>
            <a:br/>
            <a:r>
              <a:t>import torchvision</a:t>
            </a:r>
            <a:br/>
            <a:r>
              <a:t>import torchvision.transforms as transforms</a:t>
            </a:r>
            <a:br/>
            <a:r>
              <a:t>import matplotlib.pyplot as plt</a:t>
            </a:r>
            <a:br/>
            <a:r>
              <a:t>import numpy as np</a:t>
            </a:r>
            <a:br/>
            <a:r>
              <a:t>from sklearn.metrics import confusion_matrix, classification_report</a:t>
            </a:r>
            <a:br/>
            <a:r>
              <a:t>import seaborn as sns</a:t>
            </a:r>
            <a:br/>
            <a:r>
              <a:t>import pandas as pd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Fashion-MNIST Classification: ANN vs CNN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This notebook provides a comprehensive comparison of Artificial Neural Network (ANN) and Convolutional Neural Network (CNN) models for Fashion-MNIST classification.</a:t>
            </a:r>
            <a:br/>
            <a:br/>
            <a:r>
              <a:t>## Contents:</a:t>
            </a:r>
            <a:br/>
            <a:r>
              <a:t>1. **Data Loading &amp; Preprocessing**</a:t>
            </a:r>
            <a:br/>
            <a:r>
              <a:t>2. **Model Architecture Definitions**</a:t>
            </a:r>
            <a:br/>
            <a:r>
              <a:t>3. **ANN Training &amp; Evaluation**</a:t>
            </a:r>
            <a:br/>
            <a:r>
              <a:t>4. **ANN Confusion Matrix (Seaborn)**</a:t>
            </a:r>
            <a:br/>
            <a:r>
              <a:t>5. **CNN Training &amp; Evaluation**</a:t>
            </a:r>
            <a:br/>
            <a:r>
              <a:t>6. **CNN Confusion Matrix (Seaborn)**</a:t>
            </a:r>
            <a:br/>
            <a:r>
              <a:t>7. **Performance Comparison**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Import Libraries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import torch</a:t>
            </a:r>
            <a:br/>
            <a:r>
              <a:t>import torch.nn as nn</a:t>
            </a:r>
            <a:br/>
            <a:r>
              <a:t>import torch.optim as optim</a:t>
            </a:r>
            <a:br/>
            <a:r>
              <a:t>import torchvision</a:t>
            </a:r>
            <a:br/>
            <a:r>
              <a:t>import torchvision.transforms as transforms</a:t>
            </a:r>
            <a:br/>
            <a:r>
              <a:t>import matplotlib.pyplot as plt</a:t>
            </a:r>
            <a:br/>
            <a:r>
              <a:t>import numpy as np</a:t>
            </a:r>
            <a:br/>
            <a:r>
              <a:t>from sklearn.metrics import confusion_matrix, classification_report, accuracy_score, precision_recall_fscore_support</a:t>
            </a:r>
            <a:br/>
            <a:r>
              <a:t>import seaborn as sns</a:t>
            </a:r>
            <a:br/>
            <a:r>
              <a:t>import pandas as pd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Loading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 Class names for Fashion-MNIST</a:t>
            </a:r>
            <a:br/>
            <a:r>
              <a:t>class_names = ['T-shirt/top', 'Trouser', 'Pullover', 'Dress', 'Coat',</a:t>
            </a:r>
            <a:br/>
            <a:r>
              <a:t>               'Sandal', 'Shirt', 'Sneaker', 'Bag', 'Ankle boot']</a:t>
            </a:r>
            <a:br/>
            <a:br/>
            <a:r>
              <a:t># Define transformations with data augmentation for training</a:t>
            </a:r>
            <a:br/>
            <a:r>
              <a:t>transform_train = transforms.Compose([</a:t>
            </a:r>
            <a:br/>
            <a:r>
              <a:t>    transforms.RandomHorizontalFlip(p=0.3),</a:t>
            </a:r>
            <a:br/>
            <a:r>
              <a:t>    transforms.RandomRotation(10),</a:t>
            </a:r>
            <a:br/>
            <a:r>
              <a:t>    transforms.ToTensor(),</a:t>
            </a:r>
            <a:br/>
            <a:r>
              <a:t>    transforms.Normalize((0.5,), (0.5,))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Model Architecture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 ANN Model (Multi-Layer Perceptron)</a:t>
            </a:r>
            <a:br/>
            <a:r>
              <a:t>class FashionANN(nn.Module):</a:t>
            </a:r>
            <a:br/>
            <a:r>
              <a:t>    def __init__(self, input_size=784, hidden_size=512, num_classes=10):</a:t>
            </a:r>
            <a:br/>
            <a:r>
              <a:t>        super(FashionANN, self).__init__()</a:t>
            </a:r>
            <a:br/>
            <a:r>
              <a:t>        self.fc1 = nn.Linear(input_size, hidden_size)</a:t>
            </a:r>
            <a:br/>
            <a:r>
              <a:t>        self.fc2 = nn.Linear(hidden_size, hidden_size // 2)</a:t>
            </a:r>
            <a:br/>
            <a:r>
              <a:t>        self.fc3 = nn.Linear(hidden_size // 2, num_classes)</a:t>
            </a:r>
            <a:br/>
            <a:r>
              <a:t>        self.relu = nn.ReLU()</a:t>
            </a:r>
            <a:br/>
            <a:r>
              <a:t>        self.dropout = nn.Dropout(0.3)</a:t>
            </a:r>
            <a:br/>
            <a:r>
              <a:t>        self.batchnorm1 = nn.BatchNorm1d(hidden_size)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Train ANN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print("="*70)</a:t>
            </a:r>
            <a:br/>
            <a:r>
              <a:t>print("TRAINING ARTIFICIAL NEURAL NETWORK (ANN)")</a:t>
            </a:r>
            <a:br/>
            <a:r>
              <a:t>print("="*70)</a:t>
            </a:r>
            <a:br/>
            <a:br/>
            <a:r>
              <a:t># Initialize ANN model</a:t>
            </a:r>
            <a:br/>
            <a:r>
              <a:t>ann_model = FashionANN().to(device)</a:t>
            </a:r>
            <a:br/>
            <a:r>
              <a:t>criterion = nn.CrossEntropyLoss()</a:t>
            </a:r>
            <a:br/>
            <a:r>
              <a:t>optimizer = optim.Adam(ann_model.parameters(), lr=0.001, weight_decay=1e-4)</a:t>
            </a:r>
            <a:br/>
            <a:r>
              <a:t>scheduler = optim.lr_scheduler.StepLR(optimizer, step_size=8, gamma=0.5)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 Evaluation &amp;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 Evaluate ANN on test set</a:t>
            </a:r>
            <a:br/>
            <a:r>
              <a:t>print("Evaluating ANN on test set...")</a:t>
            </a:r>
            <a:br/>
            <a:r>
              <a:t>ann_model.eval()</a:t>
            </a:r>
            <a:br/>
            <a:r>
              <a:t>ann_preds = []</a:t>
            </a:r>
            <a:br/>
            <a:r>
              <a:t>ann_labels = []</a:t>
            </a:r>
            <a:br/>
            <a:br/>
            <a:r>
              <a:t>with torch.no_grad():</a:t>
            </a:r>
            <a:br/>
            <a:r>
              <a:t>    correct = 0</a:t>
            </a:r>
            <a:br/>
            <a:r>
              <a:t>    total = 0</a:t>
            </a:r>
            <a:br/>
            <a:r>
              <a:t>    for images, labels in test_loader: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ANN Confusion Matrix (Seaborn Visualization)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 Create confusion matrix for ANN</a:t>
            </a:r>
            <a:br/>
            <a:r>
              <a:t>ann_cm = confusion_matrix(ann_labels, ann_preds)</a:t>
            </a:r>
            <a:br/>
            <a:br/>
            <a:r>
              <a:t># Create figure with multiple visualizations</a:t>
            </a:r>
            <a:br/>
            <a:r>
              <a:t>fig, axes = plt.subplots(1, 2, figsize=(20, 8))</a:t>
            </a:r>
            <a:br/>
            <a:br/>
            <a:r>
              <a:t># 1. Raw Count Confusion Matrix</a:t>
            </a:r>
            <a:br/>
            <a:r>
              <a:t>sns.heatmap(ann_cm, annot=True, fmt='d', cmap='Blues',</a:t>
            </a:r>
            <a:br/>
            <a:r>
              <a:t>            xticklabels=class_names, yticklabels=class_names,</a:t>
            </a:r>
            <a:br/>
            <a:r>
              <a:t>            cbar_kws={'label': 'Count'}, ax=axes[0],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Train CNN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print("="*70)</a:t>
            </a:r>
            <a:br/>
            <a:r>
              <a:t>print("TRAINING CONVOLUTIONAL NEURAL NETWORK (CNN)")</a:t>
            </a:r>
            <a:br/>
            <a:r>
              <a:t>print("="*70)</a:t>
            </a:r>
            <a:br/>
            <a:br/>
            <a:r>
              <a:t># Initialize CNN model</a:t>
            </a:r>
            <a:br/>
            <a:r>
              <a:t>cnn_model = FashionCNN().to(device)</a:t>
            </a:r>
            <a:br/>
            <a:r>
              <a:t>criterion = nn.CrossEntropyLoss()</a:t>
            </a:r>
            <a:br/>
            <a:r>
              <a:t>optimizer = optim.Adam(cnn_model.parameters(), lr=0.001, weight_decay=1e-4)</a:t>
            </a:r>
            <a:br/>
            <a:r>
              <a:t>scheduler = optim.lr_scheduler.StepLR(optimizer, step_size=8, gamma=0.5)</a:t>
            </a:r>
            <a:b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Evaluation &amp;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 Evaluate CNN on test set</a:t>
            </a:r>
            <a:br/>
            <a:r>
              <a:t>print("Evaluating CNN on test set...")</a:t>
            </a:r>
            <a:br/>
            <a:r>
              <a:t>cnn_model.eval()</a:t>
            </a:r>
            <a:br/>
            <a:r>
              <a:t>cnn_preds = []</a:t>
            </a:r>
            <a:br/>
            <a:r>
              <a:t>cnn_labels = []</a:t>
            </a:r>
            <a:br/>
            <a:br/>
            <a:r>
              <a:t>with torch.no_grad():</a:t>
            </a:r>
            <a:br/>
            <a:r>
              <a:t>    correct = 0</a:t>
            </a:r>
            <a:br/>
            <a:r>
              <a:t>    total = 0</a:t>
            </a:r>
            <a:br/>
            <a:r>
              <a:t>    for images, labels in test_loader: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CNN Confusion Matrix (Seaborn Visualization)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 Create confusion matrix for CNN</a:t>
            </a:r>
            <a:br/>
            <a:r>
              <a:t>cnn_cm = confusion_matrix(cnn_labels, cnn_preds)</a:t>
            </a:r>
            <a:br/>
            <a:br/>
            <a:r>
              <a:t># Create figure with multiple visualizations</a:t>
            </a:r>
            <a:br/>
            <a:r>
              <a:t>fig, axes = plt.subplots(1, 2, figsize=(20, 8))</a:t>
            </a:r>
            <a:br/>
            <a:br/>
            <a:r>
              <a:t># 1. Raw Count Confusion Matrix</a:t>
            </a:r>
            <a:br/>
            <a:r>
              <a:t>sns.heatmap(cnn_cm, annot=True, fmt='d', cmap='Purples',</a:t>
            </a:r>
            <a:br/>
            <a:r>
              <a:t>            xticklabels=class_names, yticklabels=class_names,</a:t>
            </a:r>
            <a:br/>
            <a:r>
              <a:t>            cbar_kws={'label': 'Count'}, ax=axes[0],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Comprehensive Model Comparison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 Comprehensive Model Comparison</a:t>
            </a:r>
            <a:br/>
            <a:r>
              <a:t>print("="*70)</a:t>
            </a:r>
            <a:br/>
            <a:r>
              <a:t>print("COMPREHENSIVE MODEL COMPARISON: ANN vs CNN")</a:t>
            </a:r>
            <a:br/>
            <a:r>
              <a:t>print("="*70)</a:t>
            </a:r>
            <a:br/>
            <a:br/>
            <a:r>
              <a:t># Create comparison dataframe</a:t>
            </a:r>
            <a:br/>
            <a:r>
              <a:t>comparison_data = {</a:t>
            </a:r>
            <a:br/>
            <a:r>
              <a:t>    'Model': ['ANN', 'CNN'],</a:t>
            </a:r>
            <a:br/>
            <a:r>
              <a:t>    'Test Accuracy (%)': [ann_accuracy, cnn_accuracy],</a:t>
            </a:r>
            <a:br/>
            <a:r>
              <a:t>    'Parameters': [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Analysis: Most Confused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 Analyze most confused class pairs</a:t>
            </a:r>
            <a:br/>
            <a:r>
              <a:t>print("="*70)</a:t>
            </a:r>
            <a:br/>
            <a:r>
              <a:t>print("CONFUSION ANALYSIS - Most Commonly Confused Classes")</a:t>
            </a:r>
            <a:br/>
            <a:r>
              <a:t>print("="*70)</a:t>
            </a:r>
            <a:br/>
            <a:br/>
            <a:r>
              <a:t>def get_confused_pairs(cm, class_names, top_n=5):</a:t>
            </a:r>
            <a:br/>
            <a:r>
              <a:t>    """Get the most commonly confused class pairs"""</a:t>
            </a:r>
            <a:br/>
            <a:r>
              <a:t>    confused_pairs = []</a:t>
            </a:r>
            <a:br/>
            <a:r>
              <a:t>    for i in range(len(class_names)):</a:t>
            </a:r>
            <a:br/>
            <a:r>
              <a:t>        for j in range(len(class_names)):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Summary &amp; Key Findings 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 Final Summary</a:t>
            </a:r>
            <a:br/>
            <a:r>
              <a:t>print("="*80)</a:t>
            </a:r>
            <a:br/>
            <a:r>
              <a:t>print(" " * 20 + "FINAL ANALYSIS SUMMARY")</a:t>
            </a:r>
            <a:br/>
            <a:r>
              <a:t>print("="*80)</a:t>
            </a:r>
            <a:br/>
            <a:br/>
            <a:r>
              <a:t>print("\n📊 PERFORMANCE METRICS:")</a:t>
            </a:r>
            <a:br/>
            <a:r>
              <a:t>print("-" * 80)</a:t>
            </a:r>
            <a:br/>
            <a:r>
              <a:t>print(f"  ANN Test Accuracy:     {ann_accuracy:6.2f}%")</a:t>
            </a:r>
            <a:br/>
            <a:r>
              <a:t>print(f"  CNN Test Accuracy:     {cnn_accuracy:6.2f}%")</a:t>
            </a:r>
            <a:br/>
            <a:r>
              <a:t>print(f"  CNN Improvement:       {cnn_accuracy - ann_accuracy:+6.2f}%")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